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4577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Arial"/>
              </a:rPr>
              <a:t>IT-учёт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C8D0D8"/>
                </a:solidFill>
                <a:latin typeface="Arial"/>
              </a:rPr>
              <a:t>Внутренний сайт для системного администратора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C8D0D8"/>
                </a:solidFill>
                <a:latin typeface="Arial"/>
              </a:rPr>
              <a:t>Учебный проект · Flask +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96313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Зачем нужен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38404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>
                <a:solidFill>
                  <a:srgbClr val="C8D0D8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61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Arial"/>
              </a:rPr>
              <a:t>В организации десятки единиц техники: компьютеры, мониторы, принтеры, МФУ.</a:t>
            </a:r>
          </a:p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Arial"/>
              </a:rPr>
              <a:t>Учёт ведётся в голове, на бумаге или в разрозненных Excel-файлах — информация теряется: где стоит техника, за кем закреплена, когда и что чинили.</a:t>
            </a:r>
          </a:p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Arial"/>
              </a:rPr>
              <a:t>За расходниками никто не следит, пока картриджи или кабели не кончатся в самый неподходящий момент.</a:t>
            </a:r>
          </a:p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222222"/>
                </a:solidFill>
                <a:latin typeface="Arial"/>
              </a:rPr>
              <a:t>Цель — </a:t>
            </a:r>
            <a:r>
              <a:rPr sz="1800">
                <a:solidFill>
                  <a:srgbClr val="222222"/>
                </a:solidFill>
                <a:latin typeface="Arial"/>
              </a:rPr>
              <a:t>собрать учёт техники, склад расходников и историю ремонтов в одном простом веб-инструменте.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96313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Функционал сайта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38404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>
                <a:solidFill>
                  <a:srgbClr val="C8D0D8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61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222222"/>
                </a:solidFill>
                <a:latin typeface="Arial"/>
              </a:rPr>
              <a:t>Главная — </a:t>
            </a:r>
            <a:r>
              <a:rPr sz="1800">
                <a:solidFill>
                  <a:srgbClr val="222222"/>
                </a:solidFill>
                <a:latin typeface="Arial"/>
              </a:rPr>
              <a:t>таблица всей техники: инвентарный номер, тип, модель, кабинет, сотрудник, IP, статус. Поиск, фильтр по статусу, добавление и удаление.</a:t>
            </a:r>
          </a:p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222222"/>
                </a:solidFill>
                <a:latin typeface="Arial"/>
              </a:rPr>
              <a:t>Карточка устройства — </a:t>
            </a:r>
            <a:r>
              <a:rPr sz="1800">
                <a:solidFill>
                  <a:srgbClr val="222222"/>
                </a:solidFill>
                <a:latin typeface="Arial"/>
              </a:rPr>
              <a:t>подробные характеристики конкретной единицы и полная история её ремонтов с быстрым добавлением записи.</a:t>
            </a:r>
          </a:p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222222"/>
                </a:solidFill>
                <a:latin typeface="Arial"/>
              </a:rPr>
              <a:t>Склад — </a:t>
            </a:r>
            <a:r>
              <a:rPr sz="1800">
                <a:solidFill>
                  <a:srgbClr val="222222"/>
                </a:solidFill>
                <a:latin typeface="Arial"/>
              </a:rPr>
              <a:t>расходники с остатками, кнопки «+» и «−», автоматическая подсветка строки при остатке ниже порога.</a:t>
            </a:r>
          </a:p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222222"/>
                </a:solidFill>
                <a:latin typeface="Arial"/>
              </a:rPr>
              <a:t>Журнал ремонтов — </a:t>
            </a:r>
            <a:r>
              <a:rPr sz="1800">
                <a:solidFill>
                  <a:srgbClr val="222222"/>
                </a:solidFill>
                <a:latin typeface="Arial"/>
              </a:rPr>
              <a:t>общая лента по всей технике: дата, что чинили, кто и что сделал.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5A6CB4-0CF9-AA1B-72D2-C53DA9EDC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12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C6C116-C6CD-45FD-6B88-7DE67B939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414" y="0"/>
            <a:ext cx="5096586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0F3587-F0BC-1010-4C86-D91CBB03A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95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49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A13BA2-249D-66D9-C214-C9DE38B71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61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96313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База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38404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>
                <a:solidFill>
                  <a:srgbClr val="C8D0D8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>
                <a:solidFill>
                  <a:srgbClr val="222222"/>
                </a:solidFill>
                <a:latin typeface="Arial"/>
              </a:rPr>
              <a:t>Реляционная база данных (SQLite), 5 связанных таблиц: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94560"/>
          <a:ext cx="1051560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Таблица</a:t>
                      </a:r>
                    </a:p>
                  </a:txBody>
                  <a:tcPr anchor="ctr"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Что хранит</a:t>
                      </a:r>
                    </a:p>
                  </a:txBody>
                  <a:tcPr anchor="ctr">
                    <a:solidFill>
                      <a:srgbClr val="2D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Связь</a:t>
                      </a:r>
                    </a:p>
                  </a:txBody>
                  <a:tcPr anchor="ctr">
                    <a:solidFill>
                      <a:srgbClr val="2D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rooms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кабинеты: номер, этаж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на неё ссылается equipment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employees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сотрудники: ФИО, отдел, должность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на неё ссылается equipment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equipment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техника: параметры, статус, 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ссылается на rooms и employees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warehouse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расходники: остаток, мин. порог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самостоятельная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repairs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ремонты: дата, кто, что сделал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ссылается на equipment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928616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666666"/>
                </a:solidFill>
                <a:latin typeface="Arial"/>
              </a:rPr>
              <a:t>Внешние ключи не дают привязать технику к несуществующему кабинету, а вместе с удалённой техникой автоматически удаляется её история ремонтов.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96313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Как это устроено технически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38404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>
                <a:solidFill>
                  <a:srgbClr val="C8D0D8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61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222222"/>
                </a:solidFill>
                <a:latin typeface="Arial"/>
              </a:rPr>
              <a:t>Backend — </a:t>
            </a:r>
            <a:r>
              <a:rPr sz="1800">
                <a:solidFill>
                  <a:srgbClr val="222222"/>
                </a:solidFill>
                <a:latin typeface="Arial"/>
              </a:rPr>
              <a:t>Python и Flask: принимает запросы от браузера, обращается к базе через SQL, возвращает готовую HTML-страницу.</a:t>
            </a:r>
          </a:p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222222"/>
                </a:solidFill>
                <a:latin typeface="Arial"/>
              </a:rPr>
              <a:t>Frontend — </a:t>
            </a:r>
            <a:r>
              <a:rPr sz="1800">
                <a:solidFill>
                  <a:srgbClr val="222222"/>
                </a:solidFill>
                <a:latin typeface="Arial"/>
              </a:rPr>
              <a:t>обычные HTML-страницы, которые сервер собирает сам через шаблоны Jinja. Никакого JavaScript — вся логика на сервере.</a:t>
            </a:r>
          </a:p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222222"/>
                </a:solidFill>
                <a:latin typeface="Arial"/>
              </a:rPr>
              <a:t>Действия — </a:t>
            </a:r>
            <a:r>
              <a:rPr sz="1800">
                <a:solidFill>
                  <a:srgbClr val="222222"/>
                </a:solidFill>
                <a:latin typeface="Arial"/>
              </a:rPr>
              <a:t>добавить устройство, изменить статус, «+/−» на складе — это обычные HTML-формы: браузер отправляет данные, сервер обновляет базу и показывает новую страницу.</a:t>
            </a:r>
          </a:p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Arial"/>
              </a:rPr>
              <a:t>Классическая схема веб-приложения: браузер → сервер → база данных → ответ обратно.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96313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384048"/>
            <a:ext cx="731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>
                <a:solidFill>
                  <a:srgbClr val="C8D0D8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61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Arial"/>
              </a:rPr>
              <a:t>Рабочий прототип инструмента сисадмина, который закрывает три задачи сразу: учёт техники, контроль склада и журнал ремонтов.</a:t>
            </a:r>
          </a:p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>
                <a:solidFill>
                  <a:srgbClr val="222222"/>
                </a:solidFill>
                <a:latin typeface="Arial"/>
              </a:rPr>
              <a:t>Спроектирована реляционная БД со связями между таблицами, на ней построено веб-приложение.</a:t>
            </a:r>
          </a:p>
          <a:p>
            <a:pPr marL="274320" indent="-274320">
              <a:lnSpc>
                <a:spcPct val="125000"/>
              </a:lnSpc>
              <a:spcAft>
                <a:spcPts val="1800"/>
              </a:spcAft>
              <a:buFont typeface="Arial"/>
              <a:buChar char="•"/>
            </a:pPr>
            <a:r>
              <a:rPr sz="1800" b="1">
                <a:solidFill>
                  <a:srgbClr val="222222"/>
                </a:solidFill>
                <a:latin typeface="Arial"/>
              </a:rPr>
              <a:t>Куда расти — </a:t>
            </a:r>
            <a:r>
              <a:rPr sz="1800">
                <a:solidFill>
                  <a:srgbClr val="222222"/>
                </a:solidFill>
                <a:latin typeface="Arial"/>
              </a:rPr>
              <a:t>авторизация для нескольких админов, выгрузка отчётов, уведомления о низком остатке.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417</Words>
  <Application>Microsoft Office PowerPoint</Application>
  <PresentationFormat>Широкоэкранный</PresentationFormat>
  <Paragraphs>48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Изосимов</cp:lastModifiedBy>
  <cp:revision>2</cp:revision>
  <dcterms:created xsi:type="dcterms:W3CDTF">2013-01-27T09:14:16Z</dcterms:created>
  <dcterms:modified xsi:type="dcterms:W3CDTF">2026-10-19T19:39:39Z</dcterms:modified>
  <cp:category/>
</cp:coreProperties>
</file>