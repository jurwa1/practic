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Меня зовут [имя]. Я сделал сайт для магазина электроники — админ-панель. Через неё сотрудник магазина работает с товарами и заказами.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Зачем я это сделал? В маленьких магазинах товары и заказы часто записывают в Excel или в переписке. Это неудобно: что-то теряется, непонятно, сколько товара осталось. Я захотел, чтобы всё было в одном месте.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умеет панель. Первое — список товаров: можно искать по названию и фильтровать по категории. Второе — товары можно добавлять, менять и удалять. Третье — заказы: видно, что в заказе, на какую сумму и какой у него статус. И четвёртое — список категорий и брендов, куда можно добавить новые.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каждого заказа есть статус: новый, в сборке, отправлен или завершён. У каждого свой цвет, поэтому сразу видно, что с заказом. Поменять статус можно прямо в таблице, в один клик.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это устроено. Программа написана на Python с библиотекой Flask, страницы — обычный HTML. Все данные хранятся в базе SQLite, это просто один файл. В базе пять таблиц: категории, бренды, товары, заказы и товары в заказе. Последняя нужна, чтобы в одном заказе могло быть несколько товаров.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Почему это работает. Форма проверяет данные: если не ввести название или написать цену буквами, появится ошибка. Нельзя удалить товар, который уже есть в заказе, чтобы заказ не сломался. Запросы к базе написаны безопасно, так что через форму ничего не взломать. И я сам проверил каждую страницу и каждую кнопку — всё сохраняется правильно.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итоге получилась простая, но рабочая админка для магазина. Спасибо за внимание! Готов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E2B38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490"/>
            <a:ext cx="10566400" cy="442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E2B38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E2B38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490"/>
            <a:ext cx="10566400" cy="442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E2B38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306340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5F6F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Админ-панель</a:t>
            </a:r>
            <a:endParaRPr lang="en-US" sz="6000" dirty="0"/>
          </a:p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5F6F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магазина электроники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12800" y="416054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BFCAD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Сделано на Python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2800" y="5963940"/>
            <a:ext cx="78486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FCAD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[Имя Фамилия], [группа]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56287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E2B3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Зачем?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3370560"/>
            <a:ext cx="10883392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800" dirty="0">
                <a:solidFill>
                  <a:srgbClr val="1E2B3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Чтобы товары и заказы магазина были </a:t>
            </a:r>
            <a:r>
              <a:rPr lang="en-US" sz="2800" dirty="0">
                <a:solidFill>
                  <a:srgbClr val="2F6F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 одном месте</a:t>
            </a:r>
            <a:r>
              <a:rPr lang="en-US" sz="2800" dirty="0">
                <a:solidFill>
                  <a:srgbClr val="1E2B3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, а не в Excel и чатах.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E2B3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Что умеет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65"/>
            <a:ext cx="5175250" cy="1210270"/>
          </a:xfrm>
          <a:prstGeom prst="roundRect">
            <a:avLst>
              <a:gd name="adj" fmla="val 8132"/>
            </a:avLst>
          </a:prstGeom>
          <a:solidFill>
            <a:srgbClr val="FFFFFE"/>
          </a:solidFill>
          <a:ln w="6350">
            <a:solidFill>
              <a:srgbClr val="DADD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931640"/>
            <a:ext cx="4800727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E2B3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Товары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73150" y="2343100"/>
            <a:ext cx="480072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Список, поиск, фильтр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00775" y="1674465"/>
            <a:ext cx="5175250" cy="1210270"/>
          </a:xfrm>
          <a:prstGeom prst="roundRect">
            <a:avLst>
              <a:gd name="adj" fmla="val 8132"/>
            </a:avLst>
          </a:prstGeom>
          <a:solidFill>
            <a:srgbClr val="FFFFFE"/>
          </a:solidFill>
          <a:ln w="6350">
            <a:solidFill>
              <a:srgbClr val="DADD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7950" y="1931640"/>
            <a:ext cx="4800727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E2B3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Редактирование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57950" y="2343100"/>
            <a:ext cx="480072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Добавить, изменить, удалить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5975" y="3094286"/>
            <a:ext cx="5175250" cy="1210270"/>
          </a:xfrm>
          <a:prstGeom prst="roundRect">
            <a:avLst>
              <a:gd name="adj" fmla="val 8132"/>
            </a:avLst>
          </a:prstGeom>
          <a:solidFill>
            <a:srgbClr val="FFFFFE"/>
          </a:solidFill>
          <a:ln w="6350">
            <a:solidFill>
              <a:srgbClr val="DADD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3150" y="3351461"/>
            <a:ext cx="4800727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E2B3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Заказы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73150" y="3762921"/>
            <a:ext cx="480072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Состав, сумма, статус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00775" y="3094286"/>
            <a:ext cx="5175250" cy="1210270"/>
          </a:xfrm>
          <a:prstGeom prst="roundRect">
            <a:avLst>
              <a:gd name="adj" fmla="val 8132"/>
            </a:avLst>
          </a:prstGeom>
          <a:solidFill>
            <a:srgbClr val="FFFFFE"/>
          </a:solidFill>
          <a:ln w="6350">
            <a:solidFill>
              <a:srgbClr val="DADD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7950" y="3351461"/>
            <a:ext cx="4800727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E2B3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Справочники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57950" y="3762921"/>
            <a:ext cx="480072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Категории и бренды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E2B3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Статусы заказа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3190230"/>
            <a:ext cx="1514872" cy="695920"/>
          </a:xfrm>
          <a:prstGeom prst="roundRect">
            <a:avLst>
              <a:gd name="adj" fmla="val 50000"/>
            </a:avLst>
          </a:prstGeom>
          <a:solidFill>
            <a:srgbClr val="F2C74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E2B3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Новый</a:t>
            </a:r>
            <a:endParaRPr lang="en-US" sz="2200" dirty="0"/>
          </a:p>
        </p:txBody>
      </p:sp>
      <p:pic>
        <p:nvPicPr>
          <p:cNvPr id="4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91842" y="3411190"/>
            <a:ext cx="508000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363962" y="3190230"/>
            <a:ext cx="1827312" cy="69592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E2B3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 сборке</a:t>
            </a:r>
            <a:endParaRPr lang="en-US" sz="2200" dirty="0"/>
          </a:p>
        </p:txBody>
      </p:sp>
      <p:pic>
        <p:nvPicPr>
          <p:cNvPr id="6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55444" y="3411190"/>
            <a:ext cx="508000" cy="254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27614" y="3190230"/>
            <a:ext cx="2116336" cy="695920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5F6F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Отправлен</a:t>
            </a:r>
            <a:endParaRPr lang="en-US" sz="2200" dirty="0"/>
          </a:p>
        </p:txBody>
      </p:sp>
      <p:pic>
        <p:nvPicPr>
          <p:cNvPr id="8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08070" y="3411190"/>
            <a:ext cx="508000" cy="254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380240" y="3190230"/>
            <a:ext cx="1998960" cy="695920"/>
          </a:xfrm>
          <a:prstGeom prst="roundRect">
            <a:avLst>
              <a:gd name="adj" fmla="val 50000"/>
            </a:avLst>
          </a:prstGeom>
          <a:solidFill>
            <a:srgbClr val="24784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5F6F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Завершен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812800" y="576074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Статус меняется в один клик прямо в таблице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E2B3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Как устроено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71290"/>
            <a:ext cx="523240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F6F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Программа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83158" y="2158950"/>
            <a:ext cx="5154422" cy="1000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3642" indent="-1836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4A556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Python + Flask</a:t>
            </a:r>
            <a:endParaRPr lang="en-US" sz="1600" dirty="0"/>
          </a:p>
          <a:p>
            <a:pPr algn="l" marL="183642" indent="-1836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4A556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Обычные HTML-страницы</a:t>
            </a:r>
            <a:endParaRPr lang="en-US" sz="1600" dirty="0"/>
          </a:p>
          <a:p>
            <a:pPr algn="l" marL="183642" indent="-1836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4A556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База SQLite — один файл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99200" y="1671290"/>
            <a:ext cx="523240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F6F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 таблиц в базе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369558" y="2158950"/>
            <a:ext cx="5154422" cy="1650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3642" indent="-1836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4A556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Категории</a:t>
            </a:r>
            <a:endParaRPr lang="en-US" sz="1600" dirty="0"/>
          </a:p>
          <a:p>
            <a:pPr algn="l" marL="183642" indent="-1836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4A556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Бренды</a:t>
            </a:r>
            <a:endParaRPr lang="en-US" sz="1600" dirty="0"/>
          </a:p>
          <a:p>
            <a:pPr algn="l" marL="183642" indent="-1836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4A556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Товары</a:t>
            </a:r>
            <a:endParaRPr lang="en-US" sz="1600" dirty="0"/>
          </a:p>
          <a:p>
            <a:pPr algn="l" marL="183642" indent="-1836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4A556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Заказы</a:t>
            </a:r>
            <a:endParaRPr lang="en-US" sz="1600" dirty="0"/>
          </a:p>
          <a:p>
            <a:pPr algn="l" marL="183642" indent="-1836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4A556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Товары в заказе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E2B3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Почему работает</a:t>
            </a:r>
            <a:endParaRPr lang="en-US" sz="3600" dirty="0"/>
          </a:p>
        </p:txBody>
      </p:sp>
      <p:pic>
        <p:nvPicPr>
          <p:cNvPr id="3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683990"/>
            <a:ext cx="30480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0000" y="1671290"/>
            <a:ext cx="421945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E2B3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Форма проверяет, что ввели</a:t>
            </a:r>
            <a:endParaRPr lang="en-US" sz="2000" dirty="0"/>
          </a:p>
        </p:txBody>
      </p:sp>
      <p:pic>
        <p:nvPicPr>
          <p:cNvPr id="5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2242790"/>
            <a:ext cx="304800" cy="304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70000" y="2230090"/>
            <a:ext cx="4699754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E2B3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Нельзя удалить товар из заказа</a:t>
            </a:r>
            <a:endParaRPr lang="en-US" sz="2000" dirty="0"/>
          </a:p>
        </p:txBody>
      </p:sp>
      <p:pic>
        <p:nvPicPr>
          <p:cNvPr id="7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2801590"/>
            <a:ext cx="304800" cy="3048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70000" y="2788890"/>
            <a:ext cx="4315004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E2B3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Защита от взлома через базу</a:t>
            </a:r>
            <a:endParaRPr lang="en-US" sz="2000" dirty="0"/>
          </a:p>
        </p:txBody>
      </p:sp>
      <p:pic>
        <p:nvPicPr>
          <p:cNvPr id="9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00" y="3360390"/>
            <a:ext cx="304800" cy="3048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70000" y="3347690"/>
            <a:ext cx="339137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E2B3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Всё проверил вручную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70639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5F6F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Спасибо!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12800" y="376049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2B3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Вопросы?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Админ-панель магазина электроники">
  <a:themeElements>
    <a:clrScheme name="Админ-панель магазина электроники">
      <a:dk1>
        <a:srgbClr val="1E2B38"/>
      </a:dk1>
      <a:lt1>
        <a:srgbClr val="F5F6F2"/>
      </a:lt1>
      <a:dk2>
        <a:srgbClr val="545E67"/>
      </a:dk2>
      <a:lt2>
        <a:srgbClr val="E0E2DF"/>
      </a:lt2>
      <a:accent1>
        <a:srgbClr val="2F6FB0"/>
      </a:accent1>
      <a:accent2>
        <a:srgbClr val="F2C744"/>
      </a:accent2>
      <a:accent3>
        <a:srgbClr val="E67E22"/>
      </a:accent3>
      <a:accent4>
        <a:srgbClr val="24784A"/>
      </a:accent4>
      <a:accent5>
        <a:srgbClr val="F2B33D"/>
      </a:accent5>
      <a:accent6>
        <a:srgbClr val="4A5563"/>
      </a:accent6>
      <a:hlink>
        <a:srgbClr val="0563C1"/>
      </a:hlink>
      <a:folHlink>
        <a:srgbClr val="954F72"/>
      </a:folHlink>
    </a:clrScheme>
    <a:fontScheme name="Админ-панель магазина электроники">
      <a:majorFont>
        <a:latin typeface="Rubi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ubi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Админ-панель магазина электроники</dc:title>
  <dc:subject/>
  <dc:creator/>
  <cp:lastModifiedBy/>
  <cp:revision>1</cp:revision>
  <dcterms:created xsi:type="dcterms:W3CDTF">2026-10-19T15:29:07Z</dcterms:created>
  <dcterms:modified xsi:type="dcterms:W3CDTF">2026-10-19T15:29:07Z</dcterms:modified>
</cp:coreProperties>
</file>